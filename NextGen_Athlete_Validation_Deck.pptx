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Ambition</c:v>
                </c:pt>
              </c:strCache>
            </c:strRef>
          </c:tx>
          <c:spPr>
            <a:solidFill>
              <a:srgbClr val="2C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0.042</c:v>
                </c:pt>
                <c:pt idx="1">
                  <c:v>0.42</c:v>
                </c:pt>
                <c:pt idx="2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Realistic base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0.038</c:v>
                </c:pt>
                <c:pt idx="1">
                  <c:v>0.151</c:v>
                </c:pt>
                <c:pt idx="2">
                  <c:v>0.453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0.015</c:v>
                </c:pt>
                <c:pt idx="1">
                  <c:v>0.05</c:v>
                </c:pt>
                <c:pt idx="2">
                  <c:v>0.126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NextGen net 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NextGen Athlete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Case, Concept &amp; Target-Market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5029200" cy="0"/>
          </a:xfrm>
          <a:prstGeom prst="line">
            <a:avLst/>
          </a:prstGeom>
          <a:noFill/>
          <a:ln w="25400">
            <a:solidFill>
              <a:srgbClr val="E08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800" b="1" dirty="0">
                <a:solidFill>
                  <a:srgbClr val="9B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FOCUS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free for clubs, 70/30 in your favour; parent conversion is now the game.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model: free-to-club, 70/30   |   Australia + global   |   June 2026   |   Prepared for Rob Chambers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concept, sharper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109728"/>
          </a:xfrm>
          <a:prstGeom prst="roundRect">
            <a:avLst>
              <a:gd name="adj" fmla="val 16667"/>
            </a:avLst>
          </a:prstGeom>
          <a:solidFill>
            <a:srgbClr val="2C9E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demand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C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growing; parents already pay for sport and dev apps.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600200"/>
            <a:ext cx="2697480" cy="10972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differentiation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93592" y="29260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93592" y="356616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whitespace vs. registration platforms — but “AI coach” alone isn't a moat.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2784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600200"/>
            <a:ext cx="2697480" cy="109728"/>
          </a:xfrm>
          <a:prstGeom prst="roundRect">
            <a:avLst>
              <a:gd name="adj" fmla="val 16667"/>
            </a:avLst>
          </a:prstGeom>
          <a:solidFill>
            <a:srgbClr val="2C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Target-market 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5664" y="29260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C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55664" y="356616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Free-to-club removes the hardest sale; clubs are now a paid, zero-risk channel.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34856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1600200"/>
            <a:ext cx="2697480" cy="10972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17736" y="29260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9317736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CONVERSION-LED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17736" y="356616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revenue is subscription-driven; higher per-athlete take, but conversion is everything.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MARKET SIZE &amp; DEMAND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demand is real — and the two MVP sports are well chosen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active through a sports club (AU)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16459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810512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632k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75304" y="26060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soccer players — #1 team sport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6459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1810512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~83k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37376" y="26060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rugby league (0–14)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34856" y="16459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34856" y="1810512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$1,065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99448" y="26060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sport spend per child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is validated.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Techne Futbol charges exactly $9.99/mo for youth soccer training; DribbleUp $14.99/mo. NextGen's price sits at the proven low end of the category and is small next to the ~$1,065/yr parents already spend.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~1.3M club kids    </a:t>
            </a:r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 </a:t>
            </a:r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~700–800k (soccer + RL youth)    </a:t>
            </a:r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SOM </a:t>
            </a:r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athletes = ~3.5% of SAM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that 3.5% is reached via deep penetration of just 200 clubs (~125 paying athletes each) — where demand collides with the economics.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COMPETITION &amp; 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don't compete with who you think you 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&amp; mandated (NOT your competitors)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29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PlayHQ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“OS of community sport” — AFL, Cricket, Basketball, Netball. 11M+ registrations.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272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MySideline (NRL)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4381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rugby league registration. 1,200+ clubs.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Squadi / Dribl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5354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registration &amp; competitions. 1,000+ clubs, 1M+ users.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0240"/>
            <a:ext cx="5349240" cy="3337560"/>
          </a:xfrm>
          <a:prstGeom prst="roundRect">
            <a:avLst>
              <a:gd name="adj" fmla="val 219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NextGen's lane = genuine whitespace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incumbents do player development, AI coaching, or gamified engagement.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But “AI coach” is commoditising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(AI-in-sports ~$4.7B by 2034). The defensible moat is the club–parent–athlete engagement loop, not the AI itself.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rails are owned, so NextGen is an add-on — raising adoption friction.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competitors for the parent's wallet: Techne · DribbleUp · CoachNow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TARGET-MARKET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clubs flips the weakest dimension into a strength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EAF0FA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2C9E5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 -  free, paid channel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nothing, carry no risk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push the product for free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30% of subscriptions they drive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~$900-$2,700/club/yr for promoting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EAF0FA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0020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 -  the sole payer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 - validated vs Techne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revenue now flows from here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is the one metric that matters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Clubs' endorsement drives trust &amp; sign-up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  </a:t>
            </a:r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plan asked cash-strapped volunteer clubs to pay $2.5-10k/yr - the slowest sale in the model. Now the club is a zero-cost, revenue-sharing partner with every reason to say yes.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30% (vs the old 60%) the club's per-athlete reward is thinner - design the incentive, branding &amp; leaderboards so volunteers actively push, not just permit, the app.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UNIT ECONOMICS &amp; 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clubs nothing - and earn more per athlete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55448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7" name="Text 4"/>
          <p:cNvSpPr/>
          <p:nvPr/>
        </p:nvSpPr>
        <p:spPr>
          <a:xfrm>
            <a:off x="7269480" y="162763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452360" y="248716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pay nothing - they earn ~$900-$2,700/yr each for promoting the app. The hardest sale is gone.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383280"/>
            <a:ext cx="4343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269480" y="347472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D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52360" y="42062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revenue per paying athlete / year at 70% (up from ~$48) - higher take even with free clubs.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subscription-only: parent conversion is the whole model. Free access should lift club adoption (modelled 10 to 40 to 120 clubs). Realistic Yr 3 rises to ~$453k vs ~$308k under the old licence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BD17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D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WITH FOCUS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the model now works; nail conversion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141A4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029968"/>
            <a:ext cx="548640" cy="548640"/>
          </a:xfrm>
          <a:prstGeom prst="ellipse">
            <a:avLst/>
          </a:prstGeom>
          <a:solidFill>
            <a:srgbClr val="9BD17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90195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parent-first acquisition motion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2402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are the credibility &amp; distribution channel. Validate with 3-5 clubs that they'll actively promote a free, revenue-sharing product.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141A4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191256"/>
            <a:ext cx="548640" cy="548640"/>
          </a:xfrm>
          <a:prstGeom prst="ellipse">
            <a:avLst/>
          </a:prstGeom>
          <a:solidFill>
            <a:srgbClr val="9BD1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91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30632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the realistic base case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340156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~$453k at Year 3 is the plan; the ambition case is upside. Make parent conversion the headline KPI, measured per club.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105656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141A4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352544"/>
            <a:ext cx="548640" cy="548640"/>
          </a:xfrm>
          <a:prstGeom prst="ellipse">
            <a:avLst/>
          </a:prstGeom>
          <a:solidFill>
            <a:srgbClr val="9BD17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52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42245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moat beyond “AI coach”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56285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the club/athlete engagement loop &amp; gamification - harder to copy than the AI, and they reinforce the club-as-channel edge.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266944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141A4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5513832"/>
            <a:ext cx="548640" cy="548640"/>
          </a:xfrm>
          <a:prstGeom prst="ellipse">
            <a:avLst/>
          </a:prstGeom>
          <a:solidFill>
            <a:srgbClr val="9BD17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513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83080" y="538581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club activation, not sign-ups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83080" y="5724144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clubs the incentive, branding &amp; leaderboards to push the app - so a free club becomes a converting club.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2026-06-18T08:45:01Z</dcterms:created>
  <dcterms:modified xsi:type="dcterms:W3CDTF">2026-06-18T08:45:01Z</dcterms:modified>
</cp:coreProperties>
</file>